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-2346" y="-90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514350" y="3077282"/>
            <a:ext cx="5829300" cy="2123369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24700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9993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6365523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4198586"/>
            <a:ext cx="5829300" cy="216693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82394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257175" y="3338690"/>
            <a:ext cx="2257425" cy="94428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2628900" y="3338690"/>
            <a:ext cx="2257425" cy="94428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29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7140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3360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394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94405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38446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934200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752822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3530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4721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3729037" y="573264"/>
            <a:ext cx="1157288" cy="1220822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257175" y="573264"/>
            <a:ext cx="3357563" cy="12208228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403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311401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3952BB-D6AB-4409-863A-32A7449C5B4D}" type="datetimeFigureOut">
              <a:rPr lang="es-ES" smtClean="0"/>
              <a:t>24/08/2023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9181395"/>
            <a:ext cx="21717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9181395"/>
            <a:ext cx="160020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F152B3-589E-4C26-9DAE-C625192F1A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58585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2 Imagen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704" y="488504"/>
            <a:ext cx="623350" cy="423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55798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A4 (210 x 297 mm)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Jenny Carolina</dc:creator>
  <cp:lastModifiedBy>Jenny Carolina</cp:lastModifiedBy>
  <cp:revision>3</cp:revision>
  <dcterms:created xsi:type="dcterms:W3CDTF">2023-08-24T11:57:58Z</dcterms:created>
  <dcterms:modified xsi:type="dcterms:W3CDTF">2023-08-24T12:07:26Z</dcterms:modified>
</cp:coreProperties>
</file>